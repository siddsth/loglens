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526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LogLens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Log Analyzer &amp; Anomaly Detector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 ·  Store  ·  Serve  ·  Detect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0664" y="365760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664" y="36576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13432" y="365760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13432" y="36576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86200" y="365760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86200" y="36576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58968" y="365760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58968" y="36576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31736" y="365760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31736" y="36576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" y="4480560"/>
            <a:ext cx="9089136" cy="6629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5216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85216" y="48188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71216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871216" y="48188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built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57216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157216" y="48188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43216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443216" y="48188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detectors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0972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93192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LogLens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Raw log files are unreadable at scale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9842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structured storage for querying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45973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Anomalies go unnoticed until outages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3522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API for other tools to consume logs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107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Manual grep commands to find issues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914400"/>
            <a:ext cx="393192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LogLens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Structured parsing into typed fields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19842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SQLite database with SQLAlchemy ORM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245973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ML-powered anomaly detection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293522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FastAPI REST endpoints + auto docs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34107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Clean CLI: loglens parse / anomalies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46304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920240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92024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143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parser.py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3619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+ datetime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raw .log files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1705356"/>
            <a:ext cx="411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87168" y="161848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31720" y="1005840"/>
            <a:ext cx="1920240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331720" y="1005840"/>
            <a:ext cx="1920240" cy="7315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31720" y="1143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database.py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23160" y="153619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storage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51960" y="1705356"/>
            <a:ext cx="411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44568" y="161848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1005840"/>
            <a:ext cx="1920240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89120" y="1005840"/>
            <a:ext cx="192024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89120" y="1143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api.py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153619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Pydantic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REST endpoints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1705356"/>
            <a:ext cx="411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01968" y="161848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46520" y="1005840"/>
            <a:ext cx="1920240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46520" y="1005840"/>
            <a:ext cx="1920240" cy="7315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46520" y="1143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detector.py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37960" y="153619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+ IsoForest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54680" y="2834640"/>
            <a:ext cx="2834640" cy="1188720"/>
          </a:xfrm>
          <a:prstGeom prst="rect">
            <a:avLst/>
          </a:prstGeom>
          <a:solidFill>
            <a:srgbClr val="1C2333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154680" y="2834640"/>
            <a:ext cx="283464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154680" y="29443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cli.py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46120" y="3337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Click-powered CLI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loglens parse / logs / summary / anomalies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2377440"/>
            <a:ext cx="0" cy="457200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498848" y="26974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74720" y="41330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all modules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00584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502920" cy="169164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1430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Log Parser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527048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capture groups parse timestamp, level, endpoint, status code, and response time from any log 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960120"/>
            <a:ext cx="41148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960120"/>
            <a:ext cx="502920" cy="1691640"/>
          </a:xfrm>
          <a:prstGeom prst="rect">
            <a:avLst/>
          </a:prstGeom>
          <a:solidFill>
            <a:srgbClr val="E3B341">
              <a:alpha val="20000"/>
            </a:srgbClr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6002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40680" y="11430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SQLAlchemy ORM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1527048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storage with typed columns. Query by level, endpoint, or time range without writing raw SQL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41148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502920" cy="1691640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520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30632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Endpoints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447288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endpoints with Pydantic validation, automatic /docs Swagger UI, and file upload support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880360"/>
            <a:ext cx="41148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0" y="2880360"/>
            <a:ext cx="502920" cy="1691640"/>
          </a:xfrm>
          <a:prstGeom prst="rect">
            <a:avLst/>
          </a:prstGeom>
          <a:solidFill>
            <a:srgbClr val="F85149">
              <a:alpha val="20000"/>
            </a:srgbClr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3520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40680" y="30632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Anomaly Detection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3447288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flags statistical outliers. Isolation Forest (unsupervised ML) detects multi-feature anomalies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371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3192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 — Statistical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Z-Score Detection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356616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(value − mean) / std_dev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Calculates mean + std dev of all response times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8529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Flags entries &gt; 2.0 std deviations above mean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28269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Returns exact reason with deviation amount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71246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Fast, explainable, no training required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960120"/>
            <a:ext cx="393192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83480" y="1051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 — ML Model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Isolation Forest (scikit-learn)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83480" y="1783080"/>
            <a:ext cx="356616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1783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IsolationForest(contamination=0.1)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4231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Encodes level + endpoint as numeric features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8529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Randomly partitions data to isolate outliers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28269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Anomalies = entries isolated in fewer splits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71246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Unsupervised — no labels needed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23444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560320" cy="182880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08960" y="960120"/>
            <a:ext cx="5669280" cy="36576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1005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0" y="1005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08960" y="1325880"/>
            <a:ext cx="566928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13624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test_parser.py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136245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13624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parsing, edge cases, file I/O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08960" y="1709928"/>
            <a:ext cx="5669280" cy="36576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0" y="17465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test_database.py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17465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Save, retrieve, filter by level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08960" y="2093976"/>
            <a:ext cx="566928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0" y="21305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test_api.py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0" y="21305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21305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endpoints, upload, validation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08960" y="2478024"/>
            <a:ext cx="5669280" cy="36576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0" y="2514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test_detector.py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0" y="25146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2514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+ Isolation Forest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08960" y="2862072"/>
            <a:ext cx="566928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0" y="28986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test_cli.py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0" y="289864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75120" y="28986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CLI commands and flags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926080"/>
            <a:ext cx="2560320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pytest tests/ -v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3566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pass rate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phases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00584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303520" cy="3200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530352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9875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https://github.com/Siddsth/LogLens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8105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pip install -r requirements.txt &amp;&amp; pip install -e 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24942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loglens parse logs/sample.log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68833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loglens summary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1272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loglens anomalies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5661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uvicorn loglens.api:app --reload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914400"/>
            <a:ext cx="283464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8076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8076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github.com/Siddsth/LogLens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1691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tests · 5 phases · Full docs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2377440"/>
            <a:ext cx="283464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8076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8076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localhost:8000/docs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80760" y="3154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Swagger UI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464515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LogLens  ·  Built with Python 3.14, FastAPI, SQLAlchemy, scikit-learn, Click  ·  github.com/Siddsth/LogLens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543</Words>
  <Application>Microsoft Macintosh PowerPoint</Application>
  <PresentationFormat>On-screen Show (16:9)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LogLens</dc:title>
  <dc:subject>PptxGenJS Presentation</dc:subject>
  <dc:creator>PptxGenJS</dc:creator>
  <cp:lastModifiedBy>Shrestha, Siddhartha</cp:lastModifiedBy>
  <cp:revision>1</cp:revision>
  <dcterms:created xsi:type="dcterms:W3CDTF">2026-04-23T00:37:35Z</dcterms:created>
  <dcterms:modified xsi:type="dcterms:W3CDTF">2026-04-23T01:15:08Z</dcterms:modified>
</cp:coreProperties>
</file>